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oboto Black"/>
      <p:bold r:id="rId11"/>
      <p:boldItalic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Roboto Medium"/>
      <p:regular r:id="rId17"/>
      <p:bold r:id="rId18"/>
      <p:italic r:id="rId19"/>
      <p:boldItalic r:id="rId20"/>
    </p:embeddedFont>
    <p:embeddedFont>
      <p:font typeface="Roboto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RobotoMedium-boldItalic.fntdata"/><Relationship Id="rId22" Type="http://schemas.openxmlformats.org/officeDocument/2006/relationships/font" Target="fonts/RobotoLight-bold.fntdata"/><Relationship Id="rId21" Type="http://schemas.openxmlformats.org/officeDocument/2006/relationships/font" Target="fonts/RobotoLight-regular.fntdata"/><Relationship Id="rId24" Type="http://schemas.openxmlformats.org/officeDocument/2006/relationships/font" Target="fonts/RobotoLight-boldItalic.fntdata"/><Relationship Id="rId23" Type="http://schemas.openxmlformats.org/officeDocument/2006/relationships/font" Target="fonts/RobotoLight-italic.fntdata"/><Relationship Id="rId11" Type="http://schemas.openxmlformats.org/officeDocument/2006/relationships/font" Target="fonts/RobotoBlack-bold.fntdata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font" Target="fonts/RobotoBlack-boldItalic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Medium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RobotoMedium-italic.fntdata"/><Relationship Id="rId18" Type="http://schemas.openxmlformats.org/officeDocument/2006/relationships/font" Target="fonts/Robot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fe6fc5e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fe6fc5e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8afd6c281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8afd6c281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45d5f30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c45d5f30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45d5f30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45d5f30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c45d5f30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c45d5f30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45d5f30f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45d5f30f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TITLE SLIDE GREEN TEXT">
  <p:cSld name="TITL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0" y="11430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0" y="4023360"/>
            <a:ext cx="91440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">
  <p:cSld name="SECTION_HEADER_7"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>
            <p:ph idx="2" type="pic"/>
          </p:nvPr>
        </p:nvSpPr>
        <p:spPr>
          <a:xfrm>
            <a:off x="0" y="-775"/>
            <a:ext cx="9144000" cy="514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0" y="11430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EXT TOP RIGHT">
  <p:cSld name="SECTION_HEADER_4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0" y="0"/>
            <a:ext cx="9144000" cy="27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EXT TOP LEFT WITH SUBTITLE">
  <p:cSld name="SECTION_HEADER_4_2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5"/>
          <p:cNvSpPr txBox="1"/>
          <p:nvPr>
            <p:ph type="title"/>
          </p:nvPr>
        </p:nvSpPr>
        <p:spPr>
          <a:xfrm>
            <a:off x="0" y="0"/>
            <a:ext cx="91440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EXT LOWER RIGHT">
  <p:cSld name="SECTION_HEADER_4_1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0" y="2308250"/>
            <a:ext cx="9144000" cy="28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4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ITLE SLIDE SUBTITLE">
  <p:cSld name="SECTION_HEADER_1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1" type="subTitle"/>
          </p:nvPr>
        </p:nvSpPr>
        <p:spPr>
          <a:xfrm>
            <a:off x="0" y="3429000"/>
            <a:ext cx="9144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 SLIDE SUBTITLE">
  <p:cSld name="SECTION_HEADER_1_3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0" y="3429000"/>
            <a:ext cx="9144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 SLIDE">
  <p:cSld name="SECTION_HEADER_1_3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 SLIDE TEXT BOX">
  <p:cSld name="SECTION_HEADER_1_3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0" y="3429000"/>
            <a:ext cx="4572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 SLIDE TEXT BOX">
  <p:cSld name="SECTION_HEADER_1_3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0" y="3429000"/>
            <a:ext cx="4572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 SLIDE">
  <p:cSld name="SECTION_HEADER_1_3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 SLIDE SUBTITLE">
  <p:cSld name="SECTION_HEADER_1_3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0" y="3429000"/>
            <a:ext cx="9144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ITLE SLIDE">
  <p:cSld name="SECTION_HEADER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ITLE SLIDE TEXT BOX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0" y="3429000"/>
            <a:ext cx="4572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LARGE TEXT BOX">
  <p:cSld name="TITLE_AND_BODY_3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LARGE IMAGE">
  <p:cSld name="TITLE_AND_BODY_3_1_3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4" name="Google Shape;54;p17"/>
          <p:cNvSpPr/>
          <p:nvPr>
            <p:ph idx="2" type="pic"/>
          </p:nvPr>
        </p:nvSpPr>
        <p:spPr>
          <a:xfrm>
            <a:off x="0" y="1125850"/>
            <a:ext cx="9144000" cy="378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TEXT BOXES">
  <p:cSld name="TITLE_AND_BODY_3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0" y="1139700"/>
            <a:ext cx="4572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0" y="1143000"/>
            <a:ext cx="4572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>
  <p:cSld name="TITLE_AND_BODY_3_1_1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0" y="0"/>
            <a:ext cx="9144000" cy="49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3 SECTIONS WITH SUB BOXES">
  <p:cSld name="TITLE_AND_BODY_3_1_1_2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09726" y="1139700"/>
            <a:ext cx="27747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3" name="Google Shape;63;p20"/>
          <p:cNvSpPr txBox="1"/>
          <p:nvPr>
            <p:ph idx="2" type="title"/>
          </p:nvPr>
        </p:nvSpPr>
        <p:spPr>
          <a:xfrm>
            <a:off x="3184649" y="1139700"/>
            <a:ext cx="27747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3" type="title"/>
          </p:nvPr>
        </p:nvSpPr>
        <p:spPr>
          <a:xfrm>
            <a:off x="6259574" y="1139700"/>
            <a:ext cx="27747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5" name="Google Shape;65;p20"/>
          <p:cNvSpPr txBox="1"/>
          <p:nvPr>
            <p:ph idx="4"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6" name="Google Shape;66;p20"/>
          <p:cNvSpPr txBox="1"/>
          <p:nvPr>
            <p:ph idx="1" type="subTitle"/>
          </p:nvPr>
        </p:nvSpPr>
        <p:spPr>
          <a:xfrm>
            <a:off x="113846" y="156362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5" type="subTitle"/>
          </p:nvPr>
        </p:nvSpPr>
        <p:spPr>
          <a:xfrm>
            <a:off x="113846" y="2023526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6" type="subTitle"/>
          </p:nvPr>
        </p:nvSpPr>
        <p:spPr>
          <a:xfrm>
            <a:off x="113863" y="2490076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7" type="subTitle"/>
          </p:nvPr>
        </p:nvSpPr>
        <p:spPr>
          <a:xfrm>
            <a:off x="113846" y="2956626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8" type="subTitle"/>
          </p:nvPr>
        </p:nvSpPr>
        <p:spPr>
          <a:xfrm>
            <a:off x="113846" y="342317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9" type="subTitle"/>
          </p:nvPr>
        </p:nvSpPr>
        <p:spPr>
          <a:xfrm>
            <a:off x="113846" y="388972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3" type="subTitle"/>
          </p:nvPr>
        </p:nvSpPr>
        <p:spPr>
          <a:xfrm>
            <a:off x="113846" y="435627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4" type="subTitle"/>
          </p:nvPr>
        </p:nvSpPr>
        <p:spPr>
          <a:xfrm>
            <a:off x="3186696" y="15620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5" type="subTitle"/>
          </p:nvPr>
        </p:nvSpPr>
        <p:spPr>
          <a:xfrm>
            <a:off x="3186696" y="20219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6" type="subTitle"/>
          </p:nvPr>
        </p:nvSpPr>
        <p:spPr>
          <a:xfrm>
            <a:off x="3186713" y="248845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7" type="subTitle"/>
          </p:nvPr>
        </p:nvSpPr>
        <p:spPr>
          <a:xfrm>
            <a:off x="3186696" y="29550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8" type="subTitle"/>
          </p:nvPr>
        </p:nvSpPr>
        <p:spPr>
          <a:xfrm>
            <a:off x="3186696" y="34215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9" type="subTitle"/>
          </p:nvPr>
        </p:nvSpPr>
        <p:spPr>
          <a:xfrm>
            <a:off x="3186696" y="38881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20" type="subTitle"/>
          </p:nvPr>
        </p:nvSpPr>
        <p:spPr>
          <a:xfrm>
            <a:off x="3186696" y="43546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21" type="subTitle"/>
          </p:nvPr>
        </p:nvSpPr>
        <p:spPr>
          <a:xfrm>
            <a:off x="6259571" y="15603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22" type="subTitle"/>
          </p:nvPr>
        </p:nvSpPr>
        <p:spPr>
          <a:xfrm>
            <a:off x="6259571" y="20202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23" type="subTitle"/>
          </p:nvPr>
        </p:nvSpPr>
        <p:spPr>
          <a:xfrm>
            <a:off x="6259588" y="248675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24" type="subTitle"/>
          </p:nvPr>
        </p:nvSpPr>
        <p:spPr>
          <a:xfrm>
            <a:off x="6259571" y="29533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25" type="subTitle"/>
          </p:nvPr>
        </p:nvSpPr>
        <p:spPr>
          <a:xfrm>
            <a:off x="6259571" y="34198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26" type="subTitle"/>
          </p:nvPr>
        </p:nvSpPr>
        <p:spPr>
          <a:xfrm>
            <a:off x="6259571" y="38864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27" type="subTitle"/>
          </p:nvPr>
        </p:nvSpPr>
        <p:spPr>
          <a:xfrm>
            <a:off x="6259571" y="43529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2 SECTIONS WITH SUB BOXES">
  <p:cSld name="TITLE_AND_BODY_3_1_1_2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107734" y="1139700"/>
            <a:ext cx="4352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2" type="title"/>
          </p:nvPr>
        </p:nvSpPr>
        <p:spPr>
          <a:xfrm>
            <a:off x="4683866" y="1139700"/>
            <a:ext cx="4352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3"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113839" y="156362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4" type="subTitle"/>
          </p:nvPr>
        </p:nvSpPr>
        <p:spPr>
          <a:xfrm>
            <a:off x="113839" y="2023526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5" type="subTitle"/>
          </p:nvPr>
        </p:nvSpPr>
        <p:spPr>
          <a:xfrm>
            <a:off x="113865" y="2490076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6" type="subTitle"/>
          </p:nvPr>
        </p:nvSpPr>
        <p:spPr>
          <a:xfrm>
            <a:off x="113839" y="2956626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7" type="subTitle"/>
          </p:nvPr>
        </p:nvSpPr>
        <p:spPr>
          <a:xfrm>
            <a:off x="113839" y="342317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8" type="subTitle"/>
          </p:nvPr>
        </p:nvSpPr>
        <p:spPr>
          <a:xfrm>
            <a:off x="113839" y="388972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9" type="subTitle"/>
          </p:nvPr>
        </p:nvSpPr>
        <p:spPr>
          <a:xfrm>
            <a:off x="113839" y="435627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3" type="subTitle"/>
          </p:nvPr>
        </p:nvSpPr>
        <p:spPr>
          <a:xfrm>
            <a:off x="4683851" y="156030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4" type="subTitle"/>
          </p:nvPr>
        </p:nvSpPr>
        <p:spPr>
          <a:xfrm>
            <a:off x="4683851" y="2020201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5" type="subTitle"/>
          </p:nvPr>
        </p:nvSpPr>
        <p:spPr>
          <a:xfrm>
            <a:off x="4683877" y="2486751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6" type="subTitle"/>
          </p:nvPr>
        </p:nvSpPr>
        <p:spPr>
          <a:xfrm>
            <a:off x="4683851" y="2953301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7" type="subTitle"/>
          </p:nvPr>
        </p:nvSpPr>
        <p:spPr>
          <a:xfrm>
            <a:off x="4683851" y="341985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8" type="subTitle"/>
          </p:nvPr>
        </p:nvSpPr>
        <p:spPr>
          <a:xfrm>
            <a:off x="4683851" y="388640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9" type="subTitle"/>
          </p:nvPr>
        </p:nvSpPr>
        <p:spPr>
          <a:xfrm>
            <a:off x="4683851" y="435295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ENTER IMAGE">
  <p:cSld name="TITLE_AND_BODY_3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/>
          <p:nvPr>
            <p:ph idx="2" type="pic"/>
          </p:nvPr>
        </p:nvSpPr>
        <p:spPr>
          <a:xfrm>
            <a:off x="2404800" y="697200"/>
            <a:ext cx="4334400" cy="374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S">
  <p:cSld name="TITLE_AND_BODY_3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/>
          <p:nvPr>
            <p:ph idx="2" type="pic"/>
          </p:nvPr>
        </p:nvSpPr>
        <p:spPr>
          <a:xfrm>
            <a:off x="0" y="0"/>
            <a:ext cx="4572000" cy="25785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3"/>
          <p:cNvSpPr/>
          <p:nvPr>
            <p:ph idx="3" type="pic"/>
          </p:nvPr>
        </p:nvSpPr>
        <p:spPr>
          <a:xfrm>
            <a:off x="4572000" y="0"/>
            <a:ext cx="4572000" cy="257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/>
          <p:nvPr>
            <p:ph idx="4" type="pic"/>
          </p:nvPr>
        </p:nvSpPr>
        <p:spPr>
          <a:xfrm>
            <a:off x="0" y="2569464"/>
            <a:ext cx="4572000" cy="257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3"/>
          <p:cNvSpPr/>
          <p:nvPr>
            <p:ph idx="5" type="pic"/>
          </p:nvPr>
        </p:nvSpPr>
        <p:spPr>
          <a:xfrm>
            <a:off x="4572000" y="2569464"/>
            <a:ext cx="4572000" cy="257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WER TITLE AND SUBTITLE">
  <p:cSld name="TITLE_AND_BODY_2_4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-900" y="114300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" type="subTitle"/>
          </p:nvPr>
        </p:nvSpPr>
        <p:spPr>
          <a:xfrm>
            <a:off x="-900" y="2209800"/>
            <a:ext cx="45720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24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WER TITLE AND TEXT">
  <p:cSld name="TITLE_AND_BODY_2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0" y="2286000"/>
            <a:ext cx="4572000" cy="26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type="title"/>
          </p:nvPr>
        </p:nvSpPr>
        <p:spPr>
          <a:xfrm>
            <a:off x="-900" y="114300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19" name="Google Shape;119;p25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IMAGES">
  <p:cSld name="TITLE_AND_BODY_2_3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6"/>
          <p:cNvSpPr/>
          <p:nvPr>
            <p:ph idx="3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HREE IMAGES">
  <p:cSld name="TITLE_AND_BODY_2_3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5" name="Google Shape;125;p27"/>
          <p:cNvSpPr/>
          <p:nvPr>
            <p:ph idx="2" type="pic"/>
          </p:nvPr>
        </p:nvSpPr>
        <p:spPr>
          <a:xfrm>
            <a:off x="310896" y="1124712"/>
            <a:ext cx="3950100" cy="15087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7"/>
          <p:cNvSpPr/>
          <p:nvPr>
            <p:ph idx="3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7"/>
          <p:cNvSpPr/>
          <p:nvPr>
            <p:ph idx="4" type="pic"/>
          </p:nvPr>
        </p:nvSpPr>
        <p:spPr>
          <a:xfrm>
            <a:off x="310896" y="3029712"/>
            <a:ext cx="3950100" cy="150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TEXT COLUMNS AND ONE IMAGE">
  <p:cSld name="TITLE_AND_BODY_2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0" y="1139700"/>
            <a:ext cx="22860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2" type="body"/>
          </p:nvPr>
        </p:nvSpPr>
        <p:spPr>
          <a:xfrm>
            <a:off x="2286000" y="1139700"/>
            <a:ext cx="22860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" name="Google Shape;132;p28"/>
          <p:cNvSpPr/>
          <p:nvPr>
            <p:ph idx="3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SECTION COLUMNS">
  <p:cSld name="TITLE_AND_BODY_2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5" name="Google Shape;135;p29"/>
          <p:cNvSpPr txBox="1"/>
          <p:nvPr>
            <p:ph idx="2" type="title"/>
          </p:nvPr>
        </p:nvSpPr>
        <p:spPr>
          <a:xfrm>
            <a:off x="112761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3" type="title"/>
          </p:nvPr>
        </p:nvSpPr>
        <p:spPr>
          <a:xfrm>
            <a:off x="2393361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4" type="title"/>
          </p:nvPr>
        </p:nvSpPr>
        <p:spPr>
          <a:xfrm>
            <a:off x="4681728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5" type="title"/>
          </p:nvPr>
        </p:nvSpPr>
        <p:spPr>
          <a:xfrm>
            <a:off x="6963339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9" name="Google Shape;139;p29"/>
          <p:cNvSpPr txBox="1"/>
          <p:nvPr>
            <p:ph idx="1" type="subTitle"/>
          </p:nvPr>
        </p:nvSpPr>
        <p:spPr>
          <a:xfrm>
            <a:off x="112761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6" type="subTitle"/>
          </p:nvPr>
        </p:nvSpPr>
        <p:spPr>
          <a:xfrm>
            <a:off x="2393361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7" type="subTitle"/>
          </p:nvPr>
        </p:nvSpPr>
        <p:spPr>
          <a:xfrm>
            <a:off x="4681728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8" type="subTitle"/>
          </p:nvPr>
        </p:nvSpPr>
        <p:spPr>
          <a:xfrm>
            <a:off x="6963339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8 SMALL SECTION BOXES">
  <p:cSld name="TITLE_AND_BODY_2_1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5" name="Google Shape;145;p30"/>
          <p:cNvSpPr txBox="1"/>
          <p:nvPr>
            <p:ph idx="2" type="title"/>
          </p:nvPr>
        </p:nvSpPr>
        <p:spPr>
          <a:xfrm>
            <a:off x="109728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6" name="Google Shape;146;p30"/>
          <p:cNvSpPr txBox="1"/>
          <p:nvPr>
            <p:ph idx="3" type="title"/>
          </p:nvPr>
        </p:nvSpPr>
        <p:spPr>
          <a:xfrm>
            <a:off x="2386584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7" name="Google Shape;147;p30"/>
          <p:cNvSpPr txBox="1"/>
          <p:nvPr>
            <p:ph idx="4" type="title"/>
          </p:nvPr>
        </p:nvSpPr>
        <p:spPr>
          <a:xfrm>
            <a:off x="4681728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30"/>
          <p:cNvSpPr txBox="1"/>
          <p:nvPr>
            <p:ph idx="5" type="title"/>
          </p:nvPr>
        </p:nvSpPr>
        <p:spPr>
          <a:xfrm>
            <a:off x="6963339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idx="1" type="subTitle"/>
          </p:nvPr>
        </p:nvSpPr>
        <p:spPr>
          <a:xfrm>
            <a:off x="109728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30"/>
          <p:cNvSpPr txBox="1"/>
          <p:nvPr>
            <p:ph idx="6" type="subTitle"/>
          </p:nvPr>
        </p:nvSpPr>
        <p:spPr>
          <a:xfrm>
            <a:off x="2383562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30"/>
          <p:cNvSpPr txBox="1"/>
          <p:nvPr>
            <p:ph idx="7" type="subTitle"/>
          </p:nvPr>
        </p:nvSpPr>
        <p:spPr>
          <a:xfrm>
            <a:off x="4678706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30"/>
          <p:cNvSpPr txBox="1"/>
          <p:nvPr>
            <p:ph idx="8" type="subTitle"/>
          </p:nvPr>
        </p:nvSpPr>
        <p:spPr>
          <a:xfrm>
            <a:off x="6960323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30"/>
          <p:cNvSpPr txBox="1"/>
          <p:nvPr>
            <p:ph idx="9" type="title"/>
          </p:nvPr>
        </p:nvSpPr>
        <p:spPr>
          <a:xfrm>
            <a:off x="109728" y="3090672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13" type="title"/>
          </p:nvPr>
        </p:nvSpPr>
        <p:spPr>
          <a:xfrm>
            <a:off x="2393361" y="3090672"/>
            <a:ext cx="2070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" name="Google Shape;155;p30"/>
          <p:cNvSpPr txBox="1"/>
          <p:nvPr>
            <p:ph idx="14" type="title"/>
          </p:nvPr>
        </p:nvSpPr>
        <p:spPr>
          <a:xfrm>
            <a:off x="4685081" y="3090672"/>
            <a:ext cx="2070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15" type="title"/>
          </p:nvPr>
        </p:nvSpPr>
        <p:spPr>
          <a:xfrm>
            <a:off x="6970034" y="3090672"/>
            <a:ext cx="2070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16" type="subTitle"/>
          </p:nvPr>
        </p:nvSpPr>
        <p:spPr>
          <a:xfrm>
            <a:off x="112750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17" type="subTitle"/>
          </p:nvPr>
        </p:nvSpPr>
        <p:spPr>
          <a:xfrm>
            <a:off x="2393356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8" type="subTitle"/>
          </p:nvPr>
        </p:nvSpPr>
        <p:spPr>
          <a:xfrm>
            <a:off x="4681728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9" type="subTitle"/>
          </p:nvPr>
        </p:nvSpPr>
        <p:spPr>
          <a:xfrm>
            <a:off x="6963345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SMALL SECTION BOXES">
  <p:cSld name="TITLE_AND_BODY_2_1_3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3" name="Google Shape;163;p31"/>
          <p:cNvSpPr txBox="1"/>
          <p:nvPr>
            <p:ph idx="2" type="title"/>
          </p:nvPr>
        </p:nvSpPr>
        <p:spPr>
          <a:xfrm>
            <a:off x="109728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4" name="Google Shape;164;p31"/>
          <p:cNvSpPr txBox="1"/>
          <p:nvPr>
            <p:ph idx="3" type="title"/>
          </p:nvPr>
        </p:nvSpPr>
        <p:spPr>
          <a:xfrm>
            <a:off x="2393361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5" name="Google Shape;165;p31"/>
          <p:cNvSpPr txBox="1"/>
          <p:nvPr>
            <p:ph idx="4" type="title"/>
          </p:nvPr>
        </p:nvSpPr>
        <p:spPr>
          <a:xfrm>
            <a:off x="4681728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idx="5" type="title"/>
          </p:nvPr>
        </p:nvSpPr>
        <p:spPr>
          <a:xfrm>
            <a:off x="6963339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idx="1" type="subTitle"/>
          </p:nvPr>
        </p:nvSpPr>
        <p:spPr>
          <a:xfrm>
            <a:off x="112750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6" type="subTitle"/>
          </p:nvPr>
        </p:nvSpPr>
        <p:spPr>
          <a:xfrm>
            <a:off x="2393356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31"/>
          <p:cNvSpPr txBox="1"/>
          <p:nvPr>
            <p:ph idx="7" type="subTitle"/>
          </p:nvPr>
        </p:nvSpPr>
        <p:spPr>
          <a:xfrm>
            <a:off x="4681728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31"/>
          <p:cNvSpPr txBox="1"/>
          <p:nvPr>
            <p:ph idx="8" type="subTitle"/>
          </p:nvPr>
        </p:nvSpPr>
        <p:spPr>
          <a:xfrm>
            <a:off x="6963345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3 SECTION BOXES">
  <p:cSld name="TITLE_AND_BODY_2_1_3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3" name="Google Shape;173;p32"/>
          <p:cNvSpPr txBox="1"/>
          <p:nvPr>
            <p:ph idx="2" type="title"/>
          </p:nvPr>
        </p:nvSpPr>
        <p:spPr>
          <a:xfrm>
            <a:off x="320040" y="1188720"/>
            <a:ext cx="2651700" cy="594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" name="Google Shape;174;p32"/>
          <p:cNvSpPr txBox="1"/>
          <p:nvPr>
            <p:ph idx="1" type="subTitle"/>
          </p:nvPr>
        </p:nvSpPr>
        <p:spPr>
          <a:xfrm>
            <a:off x="329525" y="1826050"/>
            <a:ext cx="2648100" cy="2914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3" type="title"/>
          </p:nvPr>
        </p:nvSpPr>
        <p:spPr>
          <a:xfrm>
            <a:off x="3247553" y="1192220"/>
            <a:ext cx="2651700" cy="594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4" type="subTitle"/>
          </p:nvPr>
        </p:nvSpPr>
        <p:spPr>
          <a:xfrm>
            <a:off x="3257038" y="1829550"/>
            <a:ext cx="2648100" cy="291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32"/>
          <p:cNvSpPr txBox="1"/>
          <p:nvPr>
            <p:ph idx="5" type="title"/>
          </p:nvPr>
        </p:nvSpPr>
        <p:spPr>
          <a:xfrm>
            <a:off x="6172200" y="1192220"/>
            <a:ext cx="2651700" cy="594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6" type="subTitle"/>
          </p:nvPr>
        </p:nvSpPr>
        <p:spPr>
          <a:xfrm>
            <a:off x="6181685" y="1829550"/>
            <a:ext cx="2648100" cy="2914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SECTIONS WITH SUB BOXES">
  <p:cSld name="TITLE_AND_BODY_2_1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1" name="Google Shape;181;p33"/>
          <p:cNvSpPr txBox="1"/>
          <p:nvPr>
            <p:ph idx="2" type="title"/>
          </p:nvPr>
        </p:nvSpPr>
        <p:spPr>
          <a:xfrm>
            <a:off x="112766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2" name="Google Shape;182;p33"/>
          <p:cNvSpPr txBox="1"/>
          <p:nvPr>
            <p:ph idx="3" type="title"/>
          </p:nvPr>
        </p:nvSpPr>
        <p:spPr>
          <a:xfrm>
            <a:off x="2393366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idx="4" type="title"/>
          </p:nvPr>
        </p:nvSpPr>
        <p:spPr>
          <a:xfrm>
            <a:off x="4681733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5" type="title"/>
          </p:nvPr>
        </p:nvSpPr>
        <p:spPr>
          <a:xfrm>
            <a:off x="6963344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1" type="subTitle"/>
          </p:nvPr>
        </p:nvSpPr>
        <p:spPr>
          <a:xfrm>
            <a:off x="113813" y="1563624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6" name="Google Shape;186;p33"/>
          <p:cNvSpPr txBox="1"/>
          <p:nvPr>
            <p:ph idx="6" type="subTitle"/>
          </p:nvPr>
        </p:nvSpPr>
        <p:spPr>
          <a:xfrm>
            <a:off x="113813" y="20235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>
            <p:ph idx="7" type="subTitle"/>
          </p:nvPr>
        </p:nvSpPr>
        <p:spPr>
          <a:xfrm>
            <a:off x="113825" y="24900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>
            <p:ph idx="8" type="subTitle"/>
          </p:nvPr>
        </p:nvSpPr>
        <p:spPr>
          <a:xfrm>
            <a:off x="113813" y="29566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9" type="subTitle"/>
          </p:nvPr>
        </p:nvSpPr>
        <p:spPr>
          <a:xfrm>
            <a:off x="113813" y="34231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3" type="subTitle"/>
          </p:nvPr>
        </p:nvSpPr>
        <p:spPr>
          <a:xfrm>
            <a:off x="113813" y="38897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4" type="subTitle"/>
          </p:nvPr>
        </p:nvSpPr>
        <p:spPr>
          <a:xfrm>
            <a:off x="113813" y="43562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15" type="subTitle"/>
          </p:nvPr>
        </p:nvSpPr>
        <p:spPr>
          <a:xfrm>
            <a:off x="2397763" y="1563624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3" name="Google Shape;193;p33"/>
          <p:cNvSpPr txBox="1"/>
          <p:nvPr>
            <p:ph idx="16" type="subTitle"/>
          </p:nvPr>
        </p:nvSpPr>
        <p:spPr>
          <a:xfrm>
            <a:off x="2397763" y="20235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7" type="subTitle"/>
          </p:nvPr>
        </p:nvSpPr>
        <p:spPr>
          <a:xfrm>
            <a:off x="2397775" y="24900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8" type="subTitle"/>
          </p:nvPr>
        </p:nvSpPr>
        <p:spPr>
          <a:xfrm>
            <a:off x="2397763" y="29566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6" name="Google Shape;196;p33"/>
          <p:cNvSpPr txBox="1"/>
          <p:nvPr>
            <p:ph idx="19" type="subTitle"/>
          </p:nvPr>
        </p:nvSpPr>
        <p:spPr>
          <a:xfrm>
            <a:off x="2397763" y="34231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idx="20" type="subTitle"/>
          </p:nvPr>
        </p:nvSpPr>
        <p:spPr>
          <a:xfrm>
            <a:off x="2397763" y="38897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21" type="subTitle"/>
          </p:nvPr>
        </p:nvSpPr>
        <p:spPr>
          <a:xfrm>
            <a:off x="2397763" y="43562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22" type="subTitle"/>
          </p:nvPr>
        </p:nvSpPr>
        <p:spPr>
          <a:xfrm>
            <a:off x="4681825" y="1560299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23" type="subTitle"/>
          </p:nvPr>
        </p:nvSpPr>
        <p:spPr>
          <a:xfrm>
            <a:off x="4681825" y="20202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1" name="Google Shape;201;p33"/>
          <p:cNvSpPr txBox="1"/>
          <p:nvPr>
            <p:ph idx="24" type="subTitle"/>
          </p:nvPr>
        </p:nvSpPr>
        <p:spPr>
          <a:xfrm>
            <a:off x="4681838" y="24867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2" name="Google Shape;202;p33"/>
          <p:cNvSpPr txBox="1"/>
          <p:nvPr>
            <p:ph idx="25" type="subTitle"/>
          </p:nvPr>
        </p:nvSpPr>
        <p:spPr>
          <a:xfrm>
            <a:off x="4681825" y="29533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26" type="subTitle"/>
          </p:nvPr>
        </p:nvSpPr>
        <p:spPr>
          <a:xfrm>
            <a:off x="4681825" y="34198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4" name="Google Shape;204;p33"/>
          <p:cNvSpPr txBox="1"/>
          <p:nvPr>
            <p:ph idx="27" type="subTitle"/>
          </p:nvPr>
        </p:nvSpPr>
        <p:spPr>
          <a:xfrm>
            <a:off x="4681825" y="38864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5" name="Google Shape;205;p33"/>
          <p:cNvSpPr txBox="1"/>
          <p:nvPr>
            <p:ph idx="28" type="subTitle"/>
          </p:nvPr>
        </p:nvSpPr>
        <p:spPr>
          <a:xfrm>
            <a:off x="4681825" y="43529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6" name="Google Shape;206;p33"/>
          <p:cNvSpPr txBox="1"/>
          <p:nvPr>
            <p:ph idx="29" type="subTitle"/>
          </p:nvPr>
        </p:nvSpPr>
        <p:spPr>
          <a:xfrm>
            <a:off x="6965913" y="1560299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7" name="Google Shape;207;p33"/>
          <p:cNvSpPr txBox="1"/>
          <p:nvPr>
            <p:ph idx="30" type="subTitle"/>
          </p:nvPr>
        </p:nvSpPr>
        <p:spPr>
          <a:xfrm>
            <a:off x="6965913" y="20202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8" name="Google Shape;208;p33"/>
          <p:cNvSpPr txBox="1"/>
          <p:nvPr>
            <p:ph idx="31" type="subTitle"/>
          </p:nvPr>
        </p:nvSpPr>
        <p:spPr>
          <a:xfrm>
            <a:off x="6965925" y="24867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9" name="Google Shape;209;p33"/>
          <p:cNvSpPr txBox="1"/>
          <p:nvPr>
            <p:ph idx="32" type="subTitle"/>
          </p:nvPr>
        </p:nvSpPr>
        <p:spPr>
          <a:xfrm>
            <a:off x="6965913" y="29533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0" name="Google Shape;210;p33"/>
          <p:cNvSpPr txBox="1"/>
          <p:nvPr>
            <p:ph idx="33" type="subTitle"/>
          </p:nvPr>
        </p:nvSpPr>
        <p:spPr>
          <a:xfrm>
            <a:off x="6965913" y="34198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1" name="Google Shape;211;p33"/>
          <p:cNvSpPr txBox="1"/>
          <p:nvPr>
            <p:ph idx="34" type="subTitle"/>
          </p:nvPr>
        </p:nvSpPr>
        <p:spPr>
          <a:xfrm>
            <a:off x="6965913" y="38864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35" type="subTitle"/>
          </p:nvPr>
        </p:nvSpPr>
        <p:spPr>
          <a:xfrm>
            <a:off x="6965913" y="43529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2 PINK AND GREEN BOX SECTIONS AND 2 IMAGES">
  <p:cSld name="TITLE_AND_BODY_2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2" type="title"/>
          </p:nvPr>
        </p:nvSpPr>
        <p:spPr>
          <a:xfrm>
            <a:off x="4681650" y="1139050"/>
            <a:ext cx="4352700" cy="254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3" type="title"/>
          </p:nvPr>
        </p:nvSpPr>
        <p:spPr>
          <a:xfrm>
            <a:off x="4681641" y="1445225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4" type="title"/>
          </p:nvPr>
        </p:nvSpPr>
        <p:spPr>
          <a:xfrm>
            <a:off x="6858216" y="1445213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5" type="title"/>
          </p:nvPr>
        </p:nvSpPr>
        <p:spPr>
          <a:xfrm>
            <a:off x="4681641" y="1751388"/>
            <a:ext cx="2176200" cy="254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6" type="title"/>
          </p:nvPr>
        </p:nvSpPr>
        <p:spPr>
          <a:xfrm>
            <a:off x="6858216" y="1751400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0" name="Google Shape;220;p34"/>
          <p:cNvSpPr txBox="1"/>
          <p:nvPr>
            <p:ph idx="7" type="title"/>
          </p:nvPr>
        </p:nvSpPr>
        <p:spPr>
          <a:xfrm>
            <a:off x="4681641" y="2057575"/>
            <a:ext cx="2176200" cy="254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1" name="Google Shape;221;p34"/>
          <p:cNvSpPr txBox="1"/>
          <p:nvPr>
            <p:ph idx="8" type="title"/>
          </p:nvPr>
        </p:nvSpPr>
        <p:spPr>
          <a:xfrm>
            <a:off x="6858216" y="2057563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2" name="Google Shape;222;p34"/>
          <p:cNvSpPr txBox="1"/>
          <p:nvPr>
            <p:ph idx="9" type="title"/>
          </p:nvPr>
        </p:nvSpPr>
        <p:spPr>
          <a:xfrm>
            <a:off x="109650" y="1139050"/>
            <a:ext cx="4352700" cy="254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3" name="Google Shape;223;p34"/>
          <p:cNvSpPr txBox="1"/>
          <p:nvPr>
            <p:ph idx="13" type="title"/>
          </p:nvPr>
        </p:nvSpPr>
        <p:spPr>
          <a:xfrm>
            <a:off x="109641" y="1445225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4" name="Google Shape;224;p34"/>
          <p:cNvSpPr txBox="1"/>
          <p:nvPr>
            <p:ph idx="14" type="title"/>
          </p:nvPr>
        </p:nvSpPr>
        <p:spPr>
          <a:xfrm>
            <a:off x="2286216" y="1445213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5" name="Google Shape;225;p34"/>
          <p:cNvSpPr txBox="1"/>
          <p:nvPr>
            <p:ph idx="15" type="title"/>
          </p:nvPr>
        </p:nvSpPr>
        <p:spPr>
          <a:xfrm>
            <a:off x="109641" y="1751388"/>
            <a:ext cx="2176200" cy="254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6" name="Google Shape;226;p34"/>
          <p:cNvSpPr txBox="1"/>
          <p:nvPr>
            <p:ph idx="16" type="title"/>
          </p:nvPr>
        </p:nvSpPr>
        <p:spPr>
          <a:xfrm>
            <a:off x="2286216" y="1751400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7" name="Google Shape;227;p34"/>
          <p:cNvSpPr txBox="1"/>
          <p:nvPr>
            <p:ph idx="17" type="title"/>
          </p:nvPr>
        </p:nvSpPr>
        <p:spPr>
          <a:xfrm>
            <a:off x="109641" y="2057575"/>
            <a:ext cx="2176200" cy="254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8" name="Google Shape;228;p34"/>
          <p:cNvSpPr txBox="1"/>
          <p:nvPr>
            <p:ph idx="18" type="title"/>
          </p:nvPr>
        </p:nvSpPr>
        <p:spPr>
          <a:xfrm>
            <a:off x="2286216" y="2057563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9" name="Google Shape;229;p34"/>
          <p:cNvSpPr/>
          <p:nvPr>
            <p:ph idx="19" type="pic"/>
          </p:nvPr>
        </p:nvSpPr>
        <p:spPr>
          <a:xfrm>
            <a:off x="109728" y="2313425"/>
            <a:ext cx="4352400" cy="25968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4"/>
          <p:cNvSpPr/>
          <p:nvPr>
            <p:ph idx="20" type="pic"/>
          </p:nvPr>
        </p:nvSpPr>
        <p:spPr>
          <a:xfrm>
            <a:off x="4681728" y="2313425"/>
            <a:ext cx="4352400" cy="2596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EXT AND ONE IMAGE (OVERVIEW SLIDE)">
  <p:cSld name="TITLE_AND_BODY_1_2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0" y="1139700"/>
            <a:ext cx="45720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3" name="Google Shape;233;p35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34" name="Google Shape;234;p35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TEXT AND IMAGE">
  <p:cSld name="TITLE_AND_BODY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0" y="1143000"/>
            <a:ext cx="4572000" cy="28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37" name="Google Shape;237;p36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TEXT AND 4 SECTION BOXES">
  <p:cSld name="TITLE_AND_BODY_1_1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0" y="1143000"/>
            <a:ext cx="4572000" cy="28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" type="subTitle"/>
          </p:nvPr>
        </p:nvSpPr>
        <p:spPr>
          <a:xfrm>
            <a:off x="4955998" y="1627632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2" type="subTitle"/>
          </p:nvPr>
        </p:nvSpPr>
        <p:spPr>
          <a:xfrm>
            <a:off x="4956048" y="2706624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3" type="subTitle"/>
          </p:nvPr>
        </p:nvSpPr>
        <p:spPr>
          <a:xfrm>
            <a:off x="4956048" y="3785616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4" type="subTitle"/>
          </p:nvPr>
        </p:nvSpPr>
        <p:spPr>
          <a:xfrm>
            <a:off x="4955998" y="543900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OP LEFT WITH TEXT">
  <p:cSld name="TITLE_AND_BODY_1_1_1"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0" y="1143000"/>
            <a:ext cx="4572000" cy="40005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OP LEFT WITH TEXT, GREEN SUBTITLE">
  <p:cSld name="TITLE_AND_BODY_1_1_1_2_1">
    <p:bg>
      <p:bgPr>
        <a:solidFill>
          <a:srgbClr val="000000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39"/>
          <p:cNvSpPr txBox="1"/>
          <p:nvPr>
            <p:ph type="title"/>
          </p:nvPr>
        </p:nvSpPr>
        <p:spPr>
          <a:xfrm>
            <a:off x="0" y="3200400"/>
            <a:ext cx="9144000" cy="5487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0" y="3749050"/>
            <a:ext cx="9144000" cy="13944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3"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OP LEFT WITH TEXT, GREEN AND WHITE SUBTITLE">
  <p:cSld name="TITLE_AND_BODY_1_1_1_2_1_1"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0" y="3200400"/>
            <a:ext cx="9144000" cy="5487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1" type="subTitle"/>
          </p:nvPr>
        </p:nvSpPr>
        <p:spPr>
          <a:xfrm>
            <a:off x="0" y="3749050"/>
            <a:ext cx="9144000" cy="13944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7" name="Google Shape;257;p40"/>
          <p:cNvSpPr txBox="1"/>
          <p:nvPr>
            <p:ph idx="3"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WITH THREE TEXT SECTIONS">
  <p:cSld name="TITLE_AND_BODY_1_1_1_1_1">
    <p:bg>
      <p:bgPr>
        <a:solidFill>
          <a:srgbClr val="00000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0" y="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6089904" y="2971800"/>
            <a:ext cx="3045000" cy="2171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idx="3" type="body"/>
          </p:nvPr>
        </p:nvSpPr>
        <p:spPr>
          <a:xfrm>
            <a:off x="3044952" y="2971800"/>
            <a:ext cx="3045000" cy="2171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4" type="body"/>
          </p:nvPr>
        </p:nvSpPr>
        <p:spPr>
          <a:xfrm>
            <a:off x="0" y="2971800"/>
            <a:ext cx="3045000" cy="2171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5 COLUMN CHART">
  <p:cSld name="TITLE_AND_BODY_3_1_4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6" name="Google Shape;266;p42"/>
          <p:cNvSpPr txBox="1"/>
          <p:nvPr>
            <p:ph idx="1" type="subTitle"/>
          </p:nvPr>
        </p:nvSpPr>
        <p:spPr>
          <a:xfrm>
            <a:off x="1716024" y="2196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7" name="Google Shape;267;p42"/>
          <p:cNvSpPr txBox="1"/>
          <p:nvPr>
            <p:ph idx="2" type="subTitle"/>
          </p:nvPr>
        </p:nvSpPr>
        <p:spPr>
          <a:xfrm>
            <a:off x="1716024" y="2577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42"/>
          <p:cNvSpPr txBox="1"/>
          <p:nvPr>
            <p:ph idx="3" type="subTitle"/>
          </p:nvPr>
        </p:nvSpPr>
        <p:spPr>
          <a:xfrm>
            <a:off x="1716024" y="2958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4" type="subTitle"/>
          </p:nvPr>
        </p:nvSpPr>
        <p:spPr>
          <a:xfrm>
            <a:off x="1716024" y="3339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0" name="Google Shape;270;p42"/>
          <p:cNvSpPr txBox="1"/>
          <p:nvPr>
            <p:ph idx="5" type="subTitle"/>
          </p:nvPr>
        </p:nvSpPr>
        <p:spPr>
          <a:xfrm>
            <a:off x="1716024" y="3720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42"/>
          <p:cNvSpPr txBox="1"/>
          <p:nvPr>
            <p:ph idx="6" type="subTitle"/>
          </p:nvPr>
        </p:nvSpPr>
        <p:spPr>
          <a:xfrm>
            <a:off x="3163824" y="2196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42"/>
          <p:cNvSpPr txBox="1"/>
          <p:nvPr>
            <p:ph idx="7" type="subTitle"/>
          </p:nvPr>
        </p:nvSpPr>
        <p:spPr>
          <a:xfrm>
            <a:off x="3163824" y="2577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42"/>
          <p:cNvSpPr txBox="1"/>
          <p:nvPr>
            <p:ph idx="8" type="subTitle"/>
          </p:nvPr>
        </p:nvSpPr>
        <p:spPr>
          <a:xfrm>
            <a:off x="3163824" y="2958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9" type="subTitle"/>
          </p:nvPr>
        </p:nvSpPr>
        <p:spPr>
          <a:xfrm>
            <a:off x="3163824" y="3339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42"/>
          <p:cNvSpPr txBox="1"/>
          <p:nvPr>
            <p:ph idx="13" type="subTitle"/>
          </p:nvPr>
        </p:nvSpPr>
        <p:spPr>
          <a:xfrm>
            <a:off x="3163824" y="3720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42"/>
          <p:cNvSpPr txBox="1"/>
          <p:nvPr>
            <p:ph idx="14" type="subTitle"/>
          </p:nvPr>
        </p:nvSpPr>
        <p:spPr>
          <a:xfrm>
            <a:off x="4611624" y="2196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42"/>
          <p:cNvSpPr txBox="1"/>
          <p:nvPr>
            <p:ph idx="15" type="subTitle"/>
          </p:nvPr>
        </p:nvSpPr>
        <p:spPr>
          <a:xfrm>
            <a:off x="4611624" y="2577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42"/>
          <p:cNvSpPr txBox="1"/>
          <p:nvPr>
            <p:ph idx="16" type="subTitle"/>
          </p:nvPr>
        </p:nvSpPr>
        <p:spPr>
          <a:xfrm>
            <a:off x="4611624" y="2958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17" type="subTitle"/>
          </p:nvPr>
        </p:nvSpPr>
        <p:spPr>
          <a:xfrm>
            <a:off x="4611624" y="3339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8" type="subTitle"/>
          </p:nvPr>
        </p:nvSpPr>
        <p:spPr>
          <a:xfrm>
            <a:off x="4611624" y="3720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19" type="subTitle"/>
          </p:nvPr>
        </p:nvSpPr>
        <p:spPr>
          <a:xfrm>
            <a:off x="6059424" y="2196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20" type="subTitle"/>
          </p:nvPr>
        </p:nvSpPr>
        <p:spPr>
          <a:xfrm>
            <a:off x="6059424" y="2577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42"/>
          <p:cNvSpPr txBox="1"/>
          <p:nvPr>
            <p:ph idx="21" type="subTitle"/>
          </p:nvPr>
        </p:nvSpPr>
        <p:spPr>
          <a:xfrm>
            <a:off x="6059424" y="2958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42"/>
          <p:cNvSpPr txBox="1"/>
          <p:nvPr>
            <p:ph idx="22" type="subTitle"/>
          </p:nvPr>
        </p:nvSpPr>
        <p:spPr>
          <a:xfrm>
            <a:off x="6059424" y="3339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42"/>
          <p:cNvSpPr txBox="1"/>
          <p:nvPr>
            <p:ph idx="23" type="subTitle"/>
          </p:nvPr>
        </p:nvSpPr>
        <p:spPr>
          <a:xfrm>
            <a:off x="6059424" y="3720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42"/>
          <p:cNvSpPr txBox="1"/>
          <p:nvPr>
            <p:ph idx="24" type="subTitle"/>
          </p:nvPr>
        </p:nvSpPr>
        <p:spPr>
          <a:xfrm>
            <a:off x="7507224" y="2196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42"/>
          <p:cNvSpPr txBox="1"/>
          <p:nvPr>
            <p:ph idx="25" type="subTitle"/>
          </p:nvPr>
        </p:nvSpPr>
        <p:spPr>
          <a:xfrm>
            <a:off x="7507224" y="2577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42"/>
          <p:cNvSpPr txBox="1"/>
          <p:nvPr>
            <p:ph idx="26" type="subTitle"/>
          </p:nvPr>
        </p:nvSpPr>
        <p:spPr>
          <a:xfrm>
            <a:off x="7507224" y="2958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42"/>
          <p:cNvSpPr txBox="1"/>
          <p:nvPr>
            <p:ph idx="27" type="subTitle"/>
          </p:nvPr>
        </p:nvSpPr>
        <p:spPr>
          <a:xfrm>
            <a:off x="7507224" y="3339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0" name="Google Shape;290;p42"/>
          <p:cNvSpPr txBox="1"/>
          <p:nvPr>
            <p:ph idx="28" type="subTitle"/>
          </p:nvPr>
        </p:nvSpPr>
        <p:spPr>
          <a:xfrm>
            <a:off x="7507224" y="3720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1" name="Google Shape;291;p42"/>
          <p:cNvSpPr txBox="1"/>
          <p:nvPr>
            <p:ph idx="29" type="subTitle"/>
          </p:nvPr>
        </p:nvSpPr>
        <p:spPr>
          <a:xfrm>
            <a:off x="7906575" y="186600"/>
            <a:ext cx="1097400" cy="2133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42"/>
          <p:cNvSpPr txBox="1"/>
          <p:nvPr>
            <p:ph idx="30" type="subTitle"/>
          </p:nvPr>
        </p:nvSpPr>
        <p:spPr>
          <a:xfrm>
            <a:off x="7906575" y="399952"/>
            <a:ext cx="1097400" cy="213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42"/>
          <p:cNvSpPr txBox="1"/>
          <p:nvPr>
            <p:ph idx="31" type="subTitle"/>
          </p:nvPr>
        </p:nvSpPr>
        <p:spPr>
          <a:xfrm>
            <a:off x="7906575" y="613303"/>
            <a:ext cx="1097400" cy="213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42"/>
          <p:cNvSpPr txBox="1"/>
          <p:nvPr>
            <p:ph idx="32" type="title"/>
          </p:nvPr>
        </p:nvSpPr>
        <p:spPr>
          <a:xfrm>
            <a:off x="1715566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5" name="Google Shape;295;p42"/>
          <p:cNvSpPr txBox="1"/>
          <p:nvPr>
            <p:ph idx="33" type="title"/>
          </p:nvPr>
        </p:nvSpPr>
        <p:spPr>
          <a:xfrm>
            <a:off x="3160318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6" name="Google Shape;296;p42"/>
          <p:cNvSpPr txBox="1"/>
          <p:nvPr>
            <p:ph idx="34" type="title"/>
          </p:nvPr>
        </p:nvSpPr>
        <p:spPr>
          <a:xfrm>
            <a:off x="4614214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7" name="Google Shape;297;p42"/>
          <p:cNvSpPr txBox="1"/>
          <p:nvPr>
            <p:ph idx="35" type="title"/>
          </p:nvPr>
        </p:nvSpPr>
        <p:spPr>
          <a:xfrm>
            <a:off x="6058966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8" name="Google Shape;298;p42"/>
          <p:cNvSpPr txBox="1"/>
          <p:nvPr>
            <p:ph idx="36" type="title"/>
          </p:nvPr>
        </p:nvSpPr>
        <p:spPr>
          <a:xfrm>
            <a:off x="7503718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9" name="Google Shape;299;p42"/>
          <p:cNvSpPr txBox="1"/>
          <p:nvPr>
            <p:ph idx="37" type="title"/>
          </p:nvPr>
        </p:nvSpPr>
        <p:spPr>
          <a:xfrm>
            <a:off x="268224" y="2577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0" name="Google Shape;300;p42"/>
          <p:cNvSpPr txBox="1"/>
          <p:nvPr>
            <p:ph idx="38" type="title"/>
          </p:nvPr>
        </p:nvSpPr>
        <p:spPr>
          <a:xfrm>
            <a:off x="268224" y="2196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1" name="Google Shape;301;p42"/>
          <p:cNvSpPr txBox="1"/>
          <p:nvPr>
            <p:ph idx="39" type="title"/>
          </p:nvPr>
        </p:nvSpPr>
        <p:spPr>
          <a:xfrm>
            <a:off x="268224" y="3339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2" name="Google Shape;302;p42"/>
          <p:cNvSpPr txBox="1"/>
          <p:nvPr>
            <p:ph idx="40" type="title"/>
          </p:nvPr>
        </p:nvSpPr>
        <p:spPr>
          <a:xfrm>
            <a:off x="268224" y="2958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3" name="Google Shape;303;p42"/>
          <p:cNvSpPr txBox="1"/>
          <p:nvPr>
            <p:ph idx="41" type="title"/>
          </p:nvPr>
        </p:nvSpPr>
        <p:spPr>
          <a:xfrm>
            <a:off x="268224" y="3720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3 COLUMN CHART">
  <p:cSld name="TITLE_AND_BODY_3_1_4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6" name="Google Shape;306;p43"/>
          <p:cNvSpPr txBox="1"/>
          <p:nvPr>
            <p:ph idx="1" type="subTitle"/>
          </p:nvPr>
        </p:nvSpPr>
        <p:spPr>
          <a:xfrm>
            <a:off x="2155525" y="1625400"/>
            <a:ext cx="2057400" cy="411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idx="2" type="title"/>
          </p:nvPr>
        </p:nvSpPr>
        <p:spPr>
          <a:xfrm>
            <a:off x="2154936" y="1183300"/>
            <a:ext cx="2057400" cy="411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8" name="Google Shape;308;p43"/>
          <p:cNvSpPr txBox="1"/>
          <p:nvPr>
            <p:ph idx="3" type="title"/>
          </p:nvPr>
        </p:nvSpPr>
        <p:spPr>
          <a:xfrm>
            <a:off x="381000" y="2106168"/>
            <a:ext cx="1645800" cy="768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9" name="Google Shape;309;p43"/>
          <p:cNvSpPr txBox="1"/>
          <p:nvPr>
            <p:ph idx="4" type="title"/>
          </p:nvPr>
        </p:nvSpPr>
        <p:spPr>
          <a:xfrm>
            <a:off x="381000" y="3020568"/>
            <a:ext cx="1645800" cy="768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0" name="Google Shape;310;p43"/>
          <p:cNvSpPr txBox="1"/>
          <p:nvPr>
            <p:ph idx="5" type="title"/>
          </p:nvPr>
        </p:nvSpPr>
        <p:spPr>
          <a:xfrm>
            <a:off x="381000" y="3934968"/>
            <a:ext cx="1645800" cy="768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1" name="Google Shape;311;p43"/>
          <p:cNvSpPr txBox="1"/>
          <p:nvPr>
            <p:ph idx="6" type="title"/>
          </p:nvPr>
        </p:nvSpPr>
        <p:spPr>
          <a:xfrm>
            <a:off x="2155525" y="2106168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2" name="Google Shape;312;p43"/>
          <p:cNvSpPr txBox="1"/>
          <p:nvPr>
            <p:ph idx="7" type="title"/>
          </p:nvPr>
        </p:nvSpPr>
        <p:spPr>
          <a:xfrm>
            <a:off x="2154936" y="30202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3" name="Google Shape;313;p43"/>
          <p:cNvSpPr txBox="1"/>
          <p:nvPr>
            <p:ph idx="8" type="title"/>
          </p:nvPr>
        </p:nvSpPr>
        <p:spPr>
          <a:xfrm>
            <a:off x="2154936" y="39346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4" name="Google Shape;314;p43"/>
          <p:cNvSpPr txBox="1"/>
          <p:nvPr>
            <p:ph idx="9" type="subTitle"/>
          </p:nvPr>
        </p:nvSpPr>
        <p:spPr>
          <a:xfrm>
            <a:off x="4376928" y="1625400"/>
            <a:ext cx="2057400" cy="411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43"/>
          <p:cNvSpPr txBox="1"/>
          <p:nvPr>
            <p:ph idx="13" type="title"/>
          </p:nvPr>
        </p:nvSpPr>
        <p:spPr>
          <a:xfrm>
            <a:off x="4377175" y="1183300"/>
            <a:ext cx="2057400" cy="411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6" name="Google Shape;316;p43"/>
          <p:cNvSpPr txBox="1"/>
          <p:nvPr>
            <p:ph idx="14" type="title"/>
          </p:nvPr>
        </p:nvSpPr>
        <p:spPr>
          <a:xfrm>
            <a:off x="4376928" y="2106168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7" name="Google Shape;317;p43"/>
          <p:cNvSpPr txBox="1"/>
          <p:nvPr>
            <p:ph idx="15" type="title"/>
          </p:nvPr>
        </p:nvSpPr>
        <p:spPr>
          <a:xfrm>
            <a:off x="4377163" y="30202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8" name="Google Shape;318;p43"/>
          <p:cNvSpPr txBox="1"/>
          <p:nvPr>
            <p:ph idx="16" type="title"/>
          </p:nvPr>
        </p:nvSpPr>
        <p:spPr>
          <a:xfrm>
            <a:off x="4377163" y="39346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9" name="Google Shape;319;p43"/>
          <p:cNvSpPr txBox="1"/>
          <p:nvPr>
            <p:ph idx="17" type="subTitle"/>
          </p:nvPr>
        </p:nvSpPr>
        <p:spPr>
          <a:xfrm>
            <a:off x="6589776" y="1625400"/>
            <a:ext cx="2057400" cy="411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43"/>
          <p:cNvSpPr txBox="1"/>
          <p:nvPr>
            <p:ph idx="18" type="title"/>
          </p:nvPr>
        </p:nvSpPr>
        <p:spPr>
          <a:xfrm>
            <a:off x="6586975" y="1183300"/>
            <a:ext cx="2057400" cy="411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1" name="Google Shape;321;p43"/>
          <p:cNvSpPr txBox="1"/>
          <p:nvPr>
            <p:ph idx="19" type="title"/>
          </p:nvPr>
        </p:nvSpPr>
        <p:spPr>
          <a:xfrm>
            <a:off x="6589776" y="2106168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2" name="Google Shape;322;p43"/>
          <p:cNvSpPr txBox="1"/>
          <p:nvPr>
            <p:ph idx="20" type="title"/>
          </p:nvPr>
        </p:nvSpPr>
        <p:spPr>
          <a:xfrm>
            <a:off x="6586963" y="30202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3" name="Google Shape;323;p43"/>
          <p:cNvSpPr txBox="1"/>
          <p:nvPr>
            <p:ph idx="21" type="title"/>
          </p:nvPr>
        </p:nvSpPr>
        <p:spPr>
          <a:xfrm>
            <a:off x="6586963" y="39346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LUMN FLOW CHART">
  <p:cSld name="TITLE_AND_BODY_3_1_4_1_1_1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26" name="Google Shape;326;p44"/>
          <p:cNvCxnSpPr>
            <a:stCxn id="327" idx="2"/>
            <a:endCxn id="328" idx="0"/>
          </p:cNvCxnSpPr>
          <p:nvPr/>
        </p:nvCxnSpPr>
        <p:spPr>
          <a:xfrm flipH="1" rot="-5400000">
            <a:off x="5277450" y="1447150"/>
            <a:ext cx="575700" cy="1986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44"/>
          <p:cNvCxnSpPr>
            <a:stCxn id="330" idx="0"/>
            <a:endCxn id="327" idx="2"/>
          </p:cNvCxnSpPr>
          <p:nvPr/>
        </p:nvCxnSpPr>
        <p:spPr>
          <a:xfrm rot="-5400000">
            <a:off x="3291150" y="1447450"/>
            <a:ext cx="575700" cy="1986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44"/>
          <p:cNvSpPr txBox="1"/>
          <p:nvPr>
            <p:ph idx="2" type="title"/>
          </p:nvPr>
        </p:nvSpPr>
        <p:spPr>
          <a:xfrm>
            <a:off x="3657600" y="1603900"/>
            <a:ext cx="1828800" cy="548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8" name="Google Shape;328;p44"/>
          <p:cNvSpPr txBox="1"/>
          <p:nvPr>
            <p:ph idx="3" type="title"/>
          </p:nvPr>
        </p:nvSpPr>
        <p:spPr>
          <a:xfrm>
            <a:off x="5644300" y="27283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0" name="Google Shape;330;p44"/>
          <p:cNvSpPr txBox="1"/>
          <p:nvPr>
            <p:ph idx="4" type="title"/>
          </p:nvPr>
        </p:nvSpPr>
        <p:spPr>
          <a:xfrm>
            <a:off x="1671600" y="27283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1" name="Google Shape;331;p44"/>
          <p:cNvSpPr txBox="1"/>
          <p:nvPr>
            <p:ph idx="5" type="title"/>
          </p:nvPr>
        </p:nvSpPr>
        <p:spPr>
          <a:xfrm>
            <a:off x="6607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32" name="Google Shape;332;p44"/>
          <p:cNvCxnSpPr>
            <a:stCxn id="330" idx="2"/>
            <a:endCxn id="333" idx="0"/>
          </p:cNvCxnSpPr>
          <p:nvPr/>
        </p:nvCxnSpPr>
        <p:spPr>
          <a:xfrm flipH="1" rot="-5400000">
            <a:off x="2849700" y="3013300"/>
            <a:ext cx="442800" cy="970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44"/>
          <p:cNvCxnSpPr>
            <a:stCxn id="331" idx="0"/>
            <a:endCxn id="330" idx="2"/>
          </p:cNvCxnSpPr>
          <p:nvPr/>
        </p:nvCxnSpPr>
        <p:spPr>
          <a:xfrm rot="-5400000">
            <a:off x="1859200" y="2992900"/>
            <a:ext cx="442800" cy="1011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44"/>
          <p:cNvSpPr txBox="1"/>
          <p:nvPr>
            <p:ph idx="6" type="title"/>
          </p:nvPr>
        </p:nvSpPr>
        <p:spPr>
          <a:xfrm>
            <a:off x="26419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5" name="Google Shape;335;p44"/>
          <p:cNvSpPr txBox="1"/>
          <p:nvPr>
            <p:ph idx="7" type="title"/>
          </p:nvPr>
        </p:nvSpPr>
        <p:spPr>
          <a:xfrm>
            <a:off x="46993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36" name="Google Shape;336;p44"/>
          <p:cNvCxnSpPr>
            <a:stCxn id="328" idx="2"/>
            <a:endCxn id="337" idx="0"/>
          </p:cNvCxnSpPr>
          <p:nvPr/>
        </p:nvCxnSpPr>
        <p:spPr>
          <a:xfrm flipH="1" rot="-5400000">
            <a:off x="6855400" y="2980300"/>
            <a:ext cx="442800" cy="1036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44"/>
          <p:cNvCxnSpPr>
            <a:stCxn id="335" idx="0"/>
            <a:endCxn id="328" idx="2"/>
          </p:cNvCxnSpPr>
          <p:nvPr/>
        </p:nvCxnSpPr>
        <p:spPr>
          <a:xfrm rot="-5400000">
            <a:off x="5864800" y="3025900"/>
            <a:ext cx="442800" cy="945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44"/>
          <p:cNvSpPr txBox="1"/>
          <p:nvPr>
            <p:ph idx="8" type="title"/>
          </p:nvPr>
        </p:nvSpPr>
        <p:spPr>
          <a:xfrm>
            <a:off x="66805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HREE COLUMN MULTI-BOX FLOW CHART">
  <p:cSld name="TITLE_AND_BODY_3_1_4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41" name="Google Shape;341;p45"/>
          <p:cNvCxnSpPr>
            <a:stCxn id="342" idx="0"/>
            <a:endCxn id="343" idx="2"/>
          </p:cNvCxnSpPr>
          <p:nvPr/>
        </p:nvCxnSpPr>
        <p:spPr>
          <a:xfrm rot="-5400000">
            <a:off x="2910700" y="762250"/>
            <a:ext cx="442200" cy="2880300"/>
          </a:xfrm>
          <a:prstGeom prst="bentConnector3">
            <a:avLst>
              <a:gd fmla="val 49989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45"/>
          <p:cNvSpPr txBox="1"/>
          <p:nvPr>
            <p:ph idx="2" type="title"/>
          </p:nvPr>
        </p:nvSpPr>
        <p:spPr>
          <a:xfrm>
            <a:off x="3657600" y="1432700"/>
            <a:ext cx="1828800" cy="548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4" name="Google Shape;344;p45"/>
          <p:cNvSpPr txBox="1"/>
          <p:nvPr>
            <p:ph idx="3" type="title"/>
          </p:nvPr>
        </p:nvSpPr>
        <p:spPr>
          <a:xfrm>
            <a:off x="6482500" y="24235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2" name="Google Shape;342;p45"/>
          <p:cNvSpPr txBox="1"/>
          <p:nvPr>
            <p:ph idx="4" type="title"/>
          </p:nvPr>
        </p:nvSpPr>
        <p:spPr>
          <a:xfrm>
            <a:off x="777250" y="24235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5" name="Google Shape;345;p45"/>
          <p:cNvSpPr txBox="1"/>
          <p:nvPr>
            <p:ph idx="5" type="title"/>
          </p:nvPr>
        </p:nvSpPr>
        <p:spPr>
          <a:xfrm>
            <a:off x="774800" y="3338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6" name="Google Shape;346;p45"/>
          <p:cNvSpPr txBox="1"/>
          <p:nvPr>
            <p:ph idx="6" type="title"/>
          </p:nvPr>
        </p:nvSpPr>
        <p:spPr>
          <a:xfrm>
            <a:off x="3659500" y="24235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7" name="Google Shape;347;p45"/>
          <p:cNvSpPr txBox="1"/>
          <p:nvPr>
            <p:ph idx="7" type="title"/>
          </p:nvPr>
        </p:nvSpPr>
        <p:spPr>
          <a:xfrm>
            <a:off x="3655694" y="3338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8" name="Google Shape;348;p45"/>
          <p:cNvSpPr txBox="1"/>
          <p:nvPr>
            <p:ph idx="8" type="title"/>
          </p:nvPr>
        </p:nvSpPr>
        <p:spPr>
          <a:xfrm>
            <a:off x="6482500" y="3338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9" name="Google Shape;349;p45"/>
          <p:cNvSpPr txBox="1"/>
          <p:nvPr>
            <p:ph idx="9" type="title"/>
          </p:nvPr>
        </p:nvSpPr>
        <p:spPr>
          <a:xfrm>
            <a:off x="3655694" y="41770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0" name="Google Shape;350;p45"/>
          <p:cNvSpPr txBox="1"/>
          <p:nvPr>
            <p:ph idx="13" type="title"/>
          </p:nvPr>
        </p:nvSpPr>
        <p:spPr>
          <a:xfrm>
            <a:off x="6482500" y="41770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1" name="Google Shape;351;p45"/>
          <p:cNvSpPr txBox="1"/>
          <p:nvPr>
            <p:ph idx="14" type="title"/>
          </p:nvPr>
        </p:nvSpPr>
        <p:spPr>
          <a:xfrm>
            <a:off x="777240" y="41770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52" name="Google Shape;352;p45"/>
          <p:cNvCxnSpPr>
            <a:stCxn id="342" idx="2"/>
            <a:endCxn id="345" idx="0"/>
          </p:cNvCxnSpPr>
          <p:nvPr/>
        </p:nvCxnSpPr>
        <p:spPr>
          <a:xfrm flipH="1">
            <a:off x="1689250" y="2972200"/>
            <a:ext cx="2400" cy="36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45"/>
          <p:cNvCxnSpPr>
            <a:stCxn id="343" idx="2"/>
            <a:endCxn id="346" idx="0"/>
          </p:cNvCxnSpPr>
          <p:nvPr/>
        </p:nvCxnSpPr>
        <p:spPr>
          <a:xfrm>
            <a:off x="4572000" y="1981400"/>
            <a:ext cx="1800" cy="442200"/>
          </a:xfrm>
          <a:prstGeom prst="straightConnector1">
            <a:avLst/>
          </a:prstGeom>
          <a:noFill/>
          <a:ln cap="flat" cmpd="sng" w="19050">
            <a:solidFill>
              <a:srgbClr val="E8638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45"/>
          <p:cNvCxnSpPr>
            <a:stCxn id="346" idx="2"/>
            <a:endCxn id="347" idx="0"/>
          </p:cNvCxnSpPr>
          <p:nvPr/>
        </p:nvCxnSpPr>
        <p:spPr>
          <a:xfrm flipH="1">
            <a:off x="4570000" y="2972200"/>
            <a:ext cx="3900" cy="36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45"/>
          <p:cNvCxnSpPr>
            <a:stCxn id="344" idx="2"/>
            <a:endCxn id="348" idx="0"/>
          </p:cNvCxnSpPr>
          <p:nvPr/>
        </p:nvCxnSpPr>
        <p:spPr>
          <a:xfrm>
            <a:off x="7396900" y="2972200"/>
            <a:ext cx="0" cy="36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45"/>
          <p:cNvCxnSpPr>
            <a:stCxn id="348" idx="2"/>
            <a:endCxn id="350" idx="0"/>
          </p:cNvCxnSpPr>
          <p:nvPr/>
        </p:nvCxnSpPr>
        <p:spPr>
          <a:xfrm>
            <a:off x="7396900" y="3887500"/>
            <a:ext cx="0" cy="2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5"/>
          <p:cNvCxnSpPr>
            <a:stCxn id="347" idx="2"/>
            <a:endCxn id="349" idx="0"/>
          </p:cNvCxnSpPr>
          <p:nvPr/>
        </p:nvCxnSpPr>
        <p:spPr>
          <a:xfrm>
            <a:off x="4570094" y="3887500"/>
            <a:ext cx="0" cy="2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5"/>
          <p:cNvCxnSpPr>
            <a:stCxn id="345" idx="2"/>
            <a:endCxn id="351" idx="0"/>
          </p:cNvCxnSpPr>
          <p:nvPr/>
        </p:nvCxnSpPr>
        <p:spPr>
          <a:xfrm>
            <a:off x="1689200" y="3887500"/>
            <a:ext cx="2400" cy="2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5"/>
          <p:cNvCxnSpPr>
            <a:stCxn id="344" idx="0"/>
            <a:endCxn id="343" idx="2"/>
          </p:cNvCxnSpPr>
          <p:nvPr/>
        </p:nvCxnSpPr>
        <p:spPr>
          <a:xfrm flipH="1" rot="5400000">
            <a:off x="5763400" y="790000"/>
            <a:ext cx="442200" cy="2824800"/>
          </a:xfrm>
          <a:prstGeom prst="bentConnector3">
            <a:avLst>
              <a:gd fmla="val 4998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HREE COLUMN FLOW CHART 1">
  <p:cSld name="TITLE_AND_BODY_3_1_4_1_1_1_1_1_2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62" name="Google Shape;362;p46"/>
          <p:cNvCxnSpPr>
            <a:stCxn id="363" idx="0"/>
            <a:endCxn id="364" idx="2"/>
          </p:cNvCxnSpPr>
          <p:nvPr/>
        </p:nvCxnSpPr>
        <p:spPr>
          <a:xfrm rot="-5400000">
            <a:off x="2846646" y="126438"/>
            <a:ext cx="420600" cy="30207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46"/>
          <p:cNvSpPr txBox="1"/>
          <p:nvPr>
            <p:ph idx="2" type="title"/>
          </p:nvPr>
        </p:nvSpPr>
        <p:spPr>
          <a:xfrm>
            <a:off x="3547872" y="859536"/>
            <a:ext cx="2039100" cy="567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5" name="Google Shape;365;p46"/>
          <p:cNvSpPr txBox="1"/>
          <p:nvPr>
            <p:ph idx="3" type="title"/>
          </p:nvPr>
        </p:nvSpPr>
        <p:spPr>
          <a:xfrm>
            <a:off x="6309360" y="1847088"/>
            <a:ext cx="2469000" cy="694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3" name="Google Shape;363;p46"/>
          <p:cNvSpPr txBox="1"/>
          <p:nvPr>
            <p:ph idx="4" type="title"/>
          </p:nvPr>
        </p:nvSpPr>
        <p:spPr>
          <a:xfrm>
            <a:off x="312096" y="1847088"/>
            <a:ext cx="2469000" cy="694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6" name="Google Shape;366;p46"/>
          <p:cNvSpPr txBox="1"/>
          <p:nvPr>
            <p:ph idx="5" type="title"/>
          </p:nvPr>
        </p:nvSpPr>
        <p:spPr>
          <a:xfrm>
            <a:off x="310896" y="2762388"/>
            <a:ext cx="2469000" cy="19659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  <a:defRPr b="1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7" name="Google Shape;367;p46"/>
          <p:cNvSpPr txBox="1"/>
          <p:nvPr>
            <p:ph idx="6" type="title"/>
          </p:nvPr>
        </p:nvSpPr>
        <p:spPr>
          <a:xfrm>
            <a:off x="3338166" y="1847088"/>
            <a:ext cx="2469000" cy="694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8" name="Google Shape;368;p46"/>
          <p:cNvSpPr txBox="1"/>
          <p:nvPr>
            <p:ph idx="7" type="title"/>
          </p:nvPr>
        </p:nvSpPr>
        <p:spPr>
          <a:xfrm>
            <a:off x="3337560" y="2762388"/>
            <a:ext cx="2469000" cy="19659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  <a:defRPr b="1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9" name="Google Shape;369;p46"/>
          <p:cNvSpPr txBox="1"/>
          <p:nvPr>
            <p:ph idx="8" type="title"/>
          </p:nvPr>
        </p:nvSpPr>
        <p:spPr>
          <a:xfrm>
            <a:off x="6309360" y="2762388"/>
            <a:ext cx="2469000" cy="19659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  <a:defRPr b="1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70" name="Google Shape;370;p46"/>
          <p:cNvCxnSpPr>
            <a:stCxn id="363" idx="2"/>
            <a:endCxn id="366" idx="0"/>
          </p:cNvCxnSpPr>
          <p:nvPr/>
        </p:nvCxnSpPr>
        <p:spPr>
          <a:xfrm flipH="1">
            <a:off x="1545396" y="2541888"/>
            <a:ext cx="1200" cy="22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46"/>
          <p:cNvCxnSpPr>
            <a:stCxn id="364" idx="2"/>
            <a:endCxn id="367" idx="0"/>
          </p:cNvCxnSpPr>
          <p:nvPr/>
        </p:nvCxnSpPr>
        <p:spPr>
          <a:xfrm>
            <a:off x="4567422" y="1426536"/>
            <a:ext cx="5100" cy="420600"/>
          </a:xfrm>
          <a:prstGeom prst="straightConnector1">
            <a:avLst/>
          </a:prstGeom>
          <a:noFill/>
          <a:ln cap="flat" cmpd="sng" w="19050">
            <a:solidFill>
              <a:srgbClr val="E8638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6"/>
          <p:cNvCxnSpPr>
            <a:stCxn id="367" idx="2"/>
            <a:endCxn id="368" idx="0"/>
          </p:cNvCxnSpPr>
          <p:nvPr/>
        </p:nvCxnSpPr>
        <p:spPr>
          <a:xfrm flipH="1">
            <a:off x="4572066" y="2541888"/>
            <a:ext cx="600" cy="22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6"/>
          <p:cNvCxnSpPr>
            <a:stCxn id="365" idx="2"/>
            <a:endCxn id="369" idx="0"/>
          </p:cNvCxnSpPr>
          <p:nvPr/>
        </p:nvCxnSpPr>
        <p:spPr>
          <a:xfrm>
            <a:off x="7543860" y="2541888"/>
            <a:ext cx="0" cy="22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6"/>
          <p:cNvCxnSpPr>
            <a:stCxn id="365" idx="0"/>
            <a:endCxn id="364" idx="2"/>
          </p:cNvCxnSpPr>
          <p:nvPr/>
        </p:nvCxnSpPr>
        <p:spPr>
          <a:xfrm flipH="1" rot="5400000">
            <a:off x="5845410" y="148638"/>
            <a:ext cx="420600" cy="29763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BLANK SPACE">
  <p:cSld name="TITLE_AND_BODY_3_1_4_1_1_1_1_1_1_1_1_1_1_1_2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HITE">
  <p:cSld name="TITLE_AND_BODY_3_1_4_1_1_1_1_1_1_1_1_1_1_1_2_3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ARROWS">
  <p:cSld name="TITLE_AND_BODY_3_1_4_1_1_1_1_1_1_1_1_1_1_1_2_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9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grpSp>
        <p:nvGrpSpPr>
          <p:cNvPr id="380" name="Google Shape;380;p49"/>
          <p:cNvGrpSpPr/>
          <p:nvPr/>
        </p:nvGrpSpPr>
        <p:grpSpPr>
          <a:xfrm>
            <a:off x="790575" y="1547925"/>
            <a:ext cx="2209800" cy="447600"/>
            <a:chOff x="790575" y="2462325"/>
            <a:chExt cx="2209800" cy="447600"/>
          </a:xfrm>
        </p:grpSpPr>
        <p:sp>
          <p:nvSpPr>
            <p:cNvPr id="381" name="Google Shape;381;p49"/>
            <p:cNvSpPr/>
            <p:nvPr/>
          </p:nvSpPr>
          <p:spPr>
            <a:xfrm>
              <a:off x="1381275" y="2562225"/>
              <a:ext cx="1619100" cy="247800"/>
            </a:xfrm>
            <a:prstGeom prst="chevro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9"/>
            <p:cNvSpPr/>
            <p:nvPr/>
          </p:nvSpPr>
          <p:spPr>
            <a:xfrm>
              <a:off x="790575" y="2562225"/>
              <a:ext cx="600000" cy="247800"/>
            </a:xfrm>
            <a:prstGeom prst="chevro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9"/>
            <p:cNvSpPr/>
            <p:nvPr/>
          </p:nvSpPr>
          <p:spPr>
            <a:xfrm>
              <a:off x="1076325" y="2562225"/>
              <a:ext cx="380700" cy="24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9"/>
            <p:cNvSpPr/>
            <p:nvPr/>
          </p:nvSpPr>
          <p:spPr>
            <a:xfrm>
              <a:off x="1028700" y="2462325"/>
              <a:ext cx="476400" cy="447600"/>
            </a:xfrm>
            <a:prstGeom prst="donut">
              <a:avLst>
                <a:gd fmla="val 12543" name="adj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49"/>
          <p:cNvGrpSpPr/>
          <p:nvPr/>
        </p:nvGrpSpPr>
        <p:grpSpPr>
          <a:xfrm>
            <a:off x="790575" y="2843325"/>
            <a:ext cx="2209800" cy="447600"/>
            <a:chOff x="790575" y="2462325"/>
            <a:chExt cx="2209800" cy="447600"/>
          </a:xfrm>
        </p:grpSpPr>
        <p:sp>
          <p:nvSpPr>
            <p:cNvPr id="386" name="Google Shape;386;p49"/>
            <p:cNvSpPr/>
            <p:nvPr/>
          </p:nvSpPr>
          <p:spPr>
            <a:xfrm>
              <a:off x="1381275" y="2562225"/>
              <a:ext cx="1619100" cy="247800"/>
            </a:xfrm>
            <a:prstGeom prst="chevron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9"/>
            <p:cNvSpPr/>
            <p:nvPr/>
          </p:nvSpPr>
          <p:spPr>
            <a:xfrm>
              <a:off x="790575" y="2562225"/>
              <a:ext cx="600000" cy="247800"/>
            </a:xfrm>
            <a:prstGeom prst="chevron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9"/>
            <p:cNvSpPr/>
            <p:nvPr/>
          </p:nvSpPr>
          <p:spPr>
            <a:xfrm>
              <a:off x="1076325" y="2562225"/>
              <a:ext cx="380700" cy="24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9"/>
            <p:cNvSpPr/>
            <p:nvPr/>
          </p:nvSpPr>
          <p:spPr>
            <a:xfrm>
              <a:off x="1028700" y="2462325"/>
              <a:ext cx="476400" cy="447600"/>
            </a:xfrm>
            <a:prstGeom prst="donut">
              <a:avLst>
                <a:gd fmla="val 1254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0" name="Google Shape;390;p49"/>
          <p:cNvGrpSpPr/>
          <p:nvPr/>
        </p:nvGrpSpPr>
        <p:grpSpPr>
          <a:xfrm>
            <a:off x="790575" y="4062525"/>
            <a:ext cx="2209800" cy="447600"/>
            <a:chOff x="790575" y="2462325"/>
            <a:chExt cx="2209800" cy="447600"/>
          </a:xfrm>
        </p:grpSpPr>
        <p:sp>
          <p:nvSpPr>
            <p:cNvPr id="391" name="Google Shape;391;p49"/>
            <p:cNvSpPr/>
            <p:nvPr/>
          </p:nvSpPr>
          <p:spPr>
            <a:xfrm>
              <a:off x="1381275" y="2562225"/>
              <a:ext cx="1619100" cy="2478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9"/>
            <p:cNvSpPr/>
            <p:nvPr/>
          </p:nvSpPr>
          <p:spPr>
            <a:xfrm>
              <a:off x="790575" y="2562225"/>
              <a:ext cx="600000" cy="2478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9"/>
            <p:cNvSpPr/>
            <p:nvPr/>
          </p:nvSpPr>
          <p:spPr>
            <a:xfrm>
              <a:off x="1076325" y="2562225"/>
              <a:ext cx="380700" cy="24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9"/>
            <p:cNvSpPr/>
            <p:nvPr/>
          </p:nvSpPr>
          <p:spPr>
            <a:xfrm>
              <a:off x="1028700" y="2462325"/>
              <a:ext cx="476400" cy="447600"/>
            </a:xfrm>
            <a:prstGeom prst="donut">
              <a:avLst>
                <a:gd fmla="val 12543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49"/>
          <p:cNvSpPr/>
          <p:nvPr/>
        </p:nvSpPr>
        <p:spPr>
          <a:xfrm>
            <a:off x="3619500" y="11573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9"/>
          <p:cNvSpPr/>
          <p:nvPr/>
        </p:nvSpPr>
        <p:spPr>
          <a:xfrm>
            <a:off x="5372100" y="11573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9"/>
          <p:cNvSpPr/>
          <p:nvPr/>
        </p:nvSpPr>
        <p:spPr>
          <a:xfrm>
            <a:off x="7048500" y="11573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9"/>
          <p:cNvSpPr/>
          <p:nvPr/>
        </p:nvSpPr>
        <p:spPr>
          <a:xfrm>
            <a:off x="3619500" y="24527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9"/>
          <p:cNvSpPr/>
          <p:nvPr/>
        </p:nvSpPr>
        <p:spPr>
          <a:xfrm>
            <a:off x="5372100" y="24527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9"/>
          <p:cNvSpPr/>
          <p:nvPr/>
        </p:nvSpPr>
        <p:spPr>
          <a:xfrm>
            <a:off x="7048500" y="24527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9"/>
          <p:cNvSpPr/>
          <p:nvPr/>
        </p:nvSpPr>
        <p:spPr>
          <a:xfrm>
            <a:off x="3619500" y="36719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9"/>
          <p:cNvSpPr/>
          <p:nvPr/>
        </p:nvSpPr>
        <p:spPr>
          <a:xfrm>
            <a:off x="5372100" y="36719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7048500" y="36719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9"/>
          <p:cNvSpPr txBox="1"/>
          <p:nvPr>
            <p:ph idx="1" type="subTitle"/>
          </p:nvPr>
        </p:nvSpPr>
        <p:spPr>
          <a:xfrm>
            <a:off x="3752850" y="14097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subTitle"/>
          </p:nvPr>
        </p:nvSpPr>
        <p:spPr>
          <a:xfrm>
            <a:off x="5505450" y="14097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subTitle"/>
          </p:nvPr>
        </p:nvSpPr>
        <p:spPr>
          <a:xfrm>
            <a:off x="7181850" y="14097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subTitle"/>
          </p:nvPr>
        </p:nvSpPr>
        <p:spPr>
          <a:xfrm>
            <a:off x="3752850" y="27051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8" name="Google Shape;408;p49"/>
          <p:cNvSpPr txBox="1"/>
          <p:nvPr>
            <p:ph idx="5" type="subTitle"/>
          </p:nvPr>
        </p:nvSpPr>
        <p:spPr>
          <a:xfrm>
            <a:off x="5505450" y="27051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9" name="Google Shape;409;p49"/>
          <p:cNvSpPr txBox="1"/>
          <p:nvPr>
            <p:ph idx="6" type="subTitle"/>
          </p:nvPr>
        </p:nvSpPr>
        <p:spPr>
          <a:xfrm>
            <a:off x="7181850" y="27051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0" name="Google Shape;410;p49"/>
          <p:cNvSpPr txBox="1"/>
          <p:nvPr>
            <p:ph idx="7" type="subTitle"/>
          </p:nvPr>
        </p:nvSpPr>
        <p:spPr>
          <a:xfrm>
            <a:off x="3752850" y="39243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49"/>
          <p:cNvSpPr txBox="1"/>
          <p:nvPr>
            <p:ph idx="8" type="subTitle"/>
          </p:nvPr>
        </p:nvSpPr>
        <p:spPr>
          <a:xfrm>
            <a:off x="5505450" y="39243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2" name="Google Shape;412;p49"/>
          <p:cNvSpPr txBox="1"/>
          <p:nvPr>
            <p:ph idx="9" type="subTitle"/>
          </p:nvPr>
        </p:nvSpPr>
        <p:spPr>
          <a:xfrm>
            <a:off x="7181850" y="39243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3" name="Google Shape;413;p49"/>
          <p:cNvSpPr txBox="1"/>
          <p:nvPr>
            <p:ph idx="13" type="subTitle"/>
          </p:nvPr>
        </p:nvSpPr>
        <p:spPr>
          <a:xfrm>
            <a:off x="1552575" y="1682496"/>
            <a:ext cx="1305000" cy="2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b="1"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49"/>
          <p:cNvSpPr txBox="1"/>
          <p:nvPr>
            <p:ph idx="14" type="subTitle"/>
          </p:nvPr>
        </p:nvSpPr>
        <p:spPr>
          <a:xfrm>
            <a:off x="1552575" y="2990088"/>
            <a:ext cx="1305000" cy="2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b="1" sz="10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49"/>
          <p:cNvSpPr txBox="1"/>
          <p:nvPr>
            <p:ph idx="15" type="subTitle"/>
          </p:nvPr>
        </p:nvSpPr>
        <p:spPr>
          <a:xfrm>
            <a:off x="1552575" y="4197096"/>
            <a:ext cx="1305000" cy="2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b="1" sz="10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PART BREAKDOWN">
  <p:cSld name="TITLE_AND_BODY_3_1_4_1_1_1_1_1_1_1_1_1_1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8" name="Google Shape;418;p50"/>
          <p:cNvSpPr/>
          <p:nvPr/>
        </p:nvSpPr>
        <p:spPr>
          <a:xfrm>
            <a:off x="4758563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0"/>
          <p:cNvSpPr/>
          <p:nvPr/>
        </p:nvSpPr>
        <p:spPr>
          <a:xfrm>
            <a:off x="2975738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50"/>
          <p:cNvSpPr/>
          <p:nvPr/>
        </p:nvSpPr>
        <p:spPr>
          <a:xfrm>
            <a:off x="1192888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1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2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3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4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5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6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7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8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50"/>
          <p:cNvSpPr/>
          <p:nvPr/>
        </p:nvSpPr>
        <p:spPr>
          <a:xfrm>
            <a:off x="6541388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50"/>
          <p:cNvSpPr txBox="1"/>
          <p:nvPr>
            <p:ph idx="1" type="subTitle"/>
          </p:nvPr>
        </p:nvSpPr>
        <p:spPr>
          <a:xfrm>
            <a:off x="1266825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50"/>
          <p:cNvSpPr txBox="1"/>
          <p:nvPr>
            <p:ph idx="2" type="subTitle"/>
          </p:nvPr>
        </p:nvSpPr>
        <p:spPr>
          <a:xfrm>
            <a:off x="1192800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4" name="Google Shape;424;p50"/>
          <p:cNvSpPr txBox="1"/>
          <p:nvPr>
            <p:ph idx="3" type="subTitle"/>
          </p:nvPr>
        </p:nvSpPr>
        <p:spPr>
          <a:xfrm>
            <a:off x="1190625" y="4295775"/>
            <a:ext cx="6760500" cy="3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Roboto Medium"/>
              <a:buNone/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5" name="Google Shape;425;p50"/>
          <p:cNvSpPr txBox="1"/>
          <p:nvPr>
            <p:ph idx="4" type="subTitle"/>
          </p:nvPr>
        </p:nvSpPr>
        <p:spPr>
          <a:xfrm>
            <a:off x="3036681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6" name="Google Shape;426;p50"/>
          <p:cNvSpPr txBox="1"/>
          <p:nvPr>
            <p:ph idx="5" type="subTitle"/>
          </p:nvPr>
        </p:nvSpPr>
        <p:spPr>
          <a:xfrm>
            <a:off x="2962656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50"/>
          <p:cNvSpPr txBox="1"/>
          <p:nvPr>
            <p:ph idx="6" type="subTitle"/>
          </p:nvPr>
        </p:nvSpPr>
        <p:spPr>
          <a:xfrm>
            <a:off x="4828905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8" name="Google Shape;428;p50"/>
          <p:cNvSpPr txBox="1"/>
          <p:nvPr>
            <p:ph idx="7" type="subTitle"/>
          </p:nvPr>
        </p:nvSpPr>
        <p:spPr>
          <a:xfrm>
            <a:off x="4754880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50"/>
          <p:cNvSpPr txBox="1"/>
          <p:nvPr>
            <p:ph idx="8" type="subTitle"/>
          </p:nvPr>
        </p:nvSpPr>
        <p:spPr>
          <a:xfrm>
            <a:off x="6600825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0" name="Google Shape;430;p50"/>
          <p:cNvSpPr txBox="1"/>
          <p:nvPr>
            <p:ph idx="9" type="subTitle"/>
          </p:nvPr>
        </p:nvSpPr>
        <p:spPr>
          <a:xfrm>
            <a:off x="6526800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LARGE TEXT BOX 1">
  <p:cSld name="TITLE_AND_BODY_3_1_5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3" name="Google Shape;433;p51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2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Roboto Black"/>
              <a:buNone/>
              <a:defRPr sz="40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0" y="1139700"/>
            <a:ext cx="45720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●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○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■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●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○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■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●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○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■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/>
          <p:nvPr>
            <p:ph type="title"/>
          </p:nvPr>
        </p:nvSpPr>
        <p:spPr>
          <a:xfrm>
            <a:off x="0" y="11430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400"/>
              <a:t>Deployment &amp; Safety Plan</a:t>
            </a:r>
            <a:endParaRPr sz="8400"/>
          </a:p>
        </p:txBody>
      </p:sp>
      <p:sp>
        <p:nvSpPr>
          <p:cNvPr id="439" name="Google Shape;439;p52"/>
          <p:cNvSpPr txBox="1"/>
          <p:nvPr>
            <p:ph idx="1" type="subTitle"/>
          </p:nvPr>
        </p:nvSpPr>
        <p:spPr>
          <a:xfrm>
            <a:off x="0" y="4023360"/>
            <a:ext cx="91440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INTERVIEW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Local Testing via Shopify Theme Editor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Test the theme section configuration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values, some values, no values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 cases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E.g. long text, long delay ms, etc.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Verify behavior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 based trigger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Scroll based trigger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Dismiss persistence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Validation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 / Close behavior (close button, Esc key, etc.)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Confirm popup doesn’t appear after dismissing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Confirm button navigates to desired page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 against Figma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 with design that the section satisfies requirements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Cross-Device Validation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 using various breakpoints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53"/>
          <p:cNvSpPr txBox="1"/>
          <p:nvPr>
            <p:ph type="title"/>
          </p:nvPr>
        </p:nvSpPr>
        <p:spPr>
          <a:xfrm>
            <a:off x="0" y="0"/>
            <a:ext cx="62904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&amp; Validation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Incremental Release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Ship as a disable section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I.e. do not add to any pages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 launch by adding the popup on a single page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Confirm behavior in production before a broader rollout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Timing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Deploy code ahead of launch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Allocate some time to allow for any changes/fixes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Depends on the scope/size of the section(s)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54"/>
          <p:cNvSpPr txBox="1"/>
          <p:nvPr>
            <p:ph type="title"/>
          </p:nvPr>
        </p:nvSpPr>
        <p:spPr>
          <a:xfrm>
            <a:off x="0" y="0"/>
            <a:ext cx="62904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Release Strategy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5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Immediate Rollback Options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the section via the Theme Editor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Dismiss hours to a high value to suppress the popup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Delete the sections entirely from the theme via Edit Code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Code Rollback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Revert to the previous working version via Git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Failure Scenarios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Popup fails to open -&gt; remove section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Popup fails to close -&gt; adjust trigger settings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other unexpected issue -&gt; remove section entirely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5"/>
          <p:cNvSpPr txBox="1"/>
          <p:nvPr>
            <p:ph type="title"/>
          </p:nvPr>
        </p:nvSpPr>
        <p:spPr>
          <a:xfrm>
            <a:off x="0" y="0"/>
            <a:ext cx="62904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Rollback &amp; Safety Plan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6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Creative Team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Meet to go over design and get visual sign-off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Discuss configurable vs fixed elements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E-Commerce / Product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 over section behaviors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Confirm timing and page placement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out if any KPIs are needed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Systems/Engineering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 Reviews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Unit testing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 over any integrations/logging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E.g. error logging, KPIs, etc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Documentation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README includes install, configurations, trade-offs, known issues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In-line comments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56"/>
          <p:cNvSpPr txBox="1"/>
          <p:nvPr>
            <p:ph type="title"/>
          </p:nvPr>
        </p:nvSpPr>
        <p:spPr>
          <a:xfrm>
            <a:off x="0" y="0"/>
            <a:ext cx="62904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&amp; Documentation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7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Branching Strategy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Always work off a feature branch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Commits may include ticket number associated with a task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NEVER merge from a feature branch directly to main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QA, Staging, etc.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Pull Requests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PRs should be small and focused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Includes: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Changes &amp; how to test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 off from design &amp; product teams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Post Merge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Deploy to dev/preview theme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Enable in the Theme Editor after approval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Smoke check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57"/>
          <p:cNvSpPr txBox="1"/>
          <p:nvPr>
            <p:ph type="title"/>
          </p:nvPr>
        </p:nvSpPr>
        <p:spPr>
          <a:xfrm>
            <a:off x="0" y="0"/>
            <a:ext cx="62904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odr Main Template MASTER OFFICIAL*">
  <a:themeElements>
    <a:clrScheme name="Simple Light">
      <a:dk1>
        <a:srgbClr val="E86384"/>
      </a:dk1>
      <a:lt1>
        <a:srgbClr val="10435E"/>
      </a:lt1>
      <a:dk2>
        <a:srgbClr val="4EC0B2"/>
      </a:dk2>
      <a:lt2>
        <a:srgbClr val="F2E91B"/>
      </a:lt2>
      <a:accent1>
        <a:srgbClr val="E86384"/>
      </a:accent1>
      <a:accent2>
        <a:srgbClr val="10435E"/>
      </a:accent2>
      <a:accent3>
        <a:srgbClr val="F2E91B"/>
      </a:accent3>
      <a:accent4>
        <a:srgbClr val="FFFFFF"/>
      </a:accent4>
      <a:accent5>
        <a:srgbClr val="E86384"/>
      </a:accent5>
      <a:accent6>
        <a:srgbClr val="10435E"/>
      </a:accent6>
      <a:hlink>
        <a:srgbClr val="4EC0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